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solved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SSPMF (primary only)</c:v>
                  </c:pt>
                  <c:pt idx="1">
                    <c:v>LSS 2004</c:v>
                  </c:pt>
                  <c:pt idx="2">
                    <c:v>Catanzaro F4</c:v>
                  </c:pt>
                  <c:pt idx="3">
                    <c:v>best Benders (BBC-LP)</c:v>
                  </c:pt>
                  <c:pt idx="4">
                    <c:v>PCF′ B&amp;P (n≤25)</c:v>
                  </c:pt>
                  <c:pt idx="5">
                    <c:v>PTF B&amp;P (n≤25)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</c:v>
                </c:pt>
                <c:pt idx="1">
                  <c:v>759</c:v>
                </c:pt>
                <c:pt idx="2">
                  <c:v>546</c:v>
                </c:pt>
                <c:pt idx="3">
                  <c:v>27</c:v>
                </c:pt>
                <c:pt idx="4">
                  <c:v>94</c:v>
                </c:pt>
                <c:pt idx="5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incumbent (best found)</c:v>
                </c:pt>
              </c:strCache>
            </c:strRef>
          </c:tx>
          <c:spPr>
            <a:solidFill>
              <a:srgbClr val="2C7A4B"/>
            </a:solidFill>
            <a:ln w="38100" cap="flat">
              <a:solidFill>
                <a:srgbClr val="2C7A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C7A4B"/>
              </a:solidFill>
              <a:ln w="9525" cap="flat">
                <a:solidFill>
                  <a:srgbClr val="2C7A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600</c:v>
                  </c:pt>
                  <c:pt idx="2">
                    <c:v>1200</c:v>
                  </c:pt>
                  <c:pt idx="3">
                    <c:v>1800</c:v>
                  </c:pt>
                  <c:pt idx="4">
                    <c:v>2400</c:v>
                  </c:pt>
                  <c:pt idx="5">
                    <c:v>3000</c:v>
                  </c:pt>
                  <c:pt idx="6">
                    <c:v>3600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proof (dual bound)</c:v>
                </c:pt>
              </c:strCache>
            </c:strRef>
          </c:tx>
          <c:spPr>
            <a:solidFill>
              <a:srgbClr val="D64550"/>
            </a:solidFill>
            <a:ln w="38100" cap="flat">
              <a:solidFill>
                <a:srgbClr val="D645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4550"/>
              </a:solidFill>
              <a:ln w="9525" cap="flat">
                <a:solidFill>
                  <a:srgbClr val="D645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600</c:v>
                  </c:pt>
                  <c:pt idx="2">
                    <c:v>1200</c:v>
                  </c:pt>
                  <c:pt idx="3">
                    <c:v>1800</c:v>
                  </c:pt>
                  <c:pt idx="4">
                    <c:v>2400</c:v>
                  </c:pt>
                  <c:pt idx="5">
                    <c:v>3000</c:v>
                  </c:pt>
                  <c:pt idx="6">
                    <c:v>3600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99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A99"/>
                    </a:solidFill>
                    <a:latin typeface="Arial"/>
                  </a:rPr>
                  <a:t>seconds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DD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tightness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D6455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bound = optimum (easy regime)</c:v>
                </c:pt>
                <c:pt idx="1">
                  <c:v>bound &lt; optimum (hard regime)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47.9</c:v>
                </c:pt>
                <c:pt idx="1">
                  <c:v>52.1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30-second version: a CNC machine holds b tools; jobs need tool sets; reordering jobs changes how many tool swaps you pay. Everyone in practice groups jobs first, then sequences the groups. We built the first worst-case theory of that heuristic, and we benchmarked every exact method, including two of our own. Three headlines: (1) tight quantitative laws for the heuristic error, including refuting our own conjecture with a certificate; (2) the ratio bound 4/3 is now a theorem for K*&lt;=3; (3) all exact methods live or die by one number, |U|-b, and the benchmark shows the instance families split about half and half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Terms to be comfortable with: magazine = tool holder of capacity b. T_j = tools job j needs. A switch/insertion is the unit of cost. KTNS = keep-tool-needed-soonest, the provably optimal eviction rule once the order is fixed (like optimal cache eviction). JGP = job grouping problem (pack jobs into fewest magazine-fitting groups; NP-hard but well solved). GSP = ordering the groups. The decomposition is the industry standard; Burger et al. 2015 applied it verbatim to colour printing and measured it empirically good. Our first question: how bad can it be in the worst case? Nobody had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|U| is the set of tools any job uses; b the capacity. Every tool outside the initial load must enter at least once: that is the coverage bound. Big picture to say out loud: the same quantity controls BOTH questions. That is the report’s thesis and the campaign measured it: about half the standard benchmark instances have optimum exactly equal to this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slowly: costs are counted after a free initial load (free-initial convention). The optimum keeps tool 1 resident the whole time and pays 3. The heuristic must use 3 groups; any two of its 3 configurations differ in 2 tools, so it pays 4. Gap exactly 1 — certified. Say: this instance is our fruit-fly; it recurs in every result. And disjoint copies stack the gap, so no constant additive guarantee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exactness theorem is the conceptual reframe: grouping is not an approximation device, it is an exact lens; only the cardinality restriction costs anything. The four cards are proved zero-gap classes: few groups, few excess tools, tiny optimum, or any realistic setup cost. The last one matters for industry: if a magazine changeover has a fixed cost about equal to one switch or more, grouping-first is provably optimal.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levels: exact formula at K*=3 (the common case for positive gaps), and unconditional bounds for every K*. R is the optimal number of re-insertions (tools that leave and come back). The counting law floor((2b-q)/3) comes from a two-line double-counting argument over the three configurations. Emphasise "tight at every known extremum": 6-ring, the b=4 witness, and the b=5 witnesses all attain it exactly — these laws look like the true worst case, which is the open question we now 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it as a story: we conjectured gap &lt;= K*-2 from all known data; we proved it on wide regimes; the proofs delimited exactly one corner where it COULD fail (2b &gt;= q+3R+6, so capacity at least 5); a directed search there found two counterexamples in minutes. Science working as intended: the theory aimed the telescope. Both witnesses hit our quantitative bound with equality, which upgrades those bounds from "progress" to "candidate exact law".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impossibility result — even knowing the complete "which job sets fit together" structure cannot predict the gap. Right: the Wagler thread. Blocker = the dual clutter (minimal transversals). For JGP the pair is clusters vs covers, and the ring computes by hand: weight one-half on each adjacent pair. Odd rings give the first provable integrality gap of the JGP covering LP — the relaxation that makes JGP branch-and-price fast. Question we bring to Prof. Wagler: is odd-ring structure THE obstruction (a Lehman/idealness characterisation)?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to make: (1) we re-run the literature baselines ourselves on the same hardware, same solver generation — cross-paper wall-clock comparisons are meaningless; (2) one canonical metric: whatever a solver reports, we re-evaluate its returned sequence with KTNS, so conventions cannot distort the comparison; (3) early-stop: a method that fails 8 increasingly-hard instances in a row abandons the rest, so weak methods do not burn weeks; (4) the integrity line: not a single optimality disagreement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Numbers: SSPMF 138/165 attempted on primary; LSS 759 total (91 primary + 668 secondary of 678 attempted); CATZ 546; our Benders best config 27; branch-and-price 94 and 72 on its validated range n&lt;=25, none at n&gt;=30. Two honest messages: da Silva’s state-of-the-art claim replicates; and solver generation matters more than 2004-vs-2015 formulation differences — a benchmarking-hygiene point the community should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mechanism, honestly. Our Benders master knows only pairwise information; on capacity-loose instances that is zero, so the proof side never moves — a structural limit, not a bug (we verified the cut machinery is correct and even fixed and re-tested the fractional-cut path; no violated fractional cut exists for this master). The one-line theory fix — putting the coverage bound into the master — is implemented and queued as the next experiment. Right: the unifying statistic. This 48/52 split IS the report’s thesis made empirical.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ownership of the plan and three concrete questions. If asked about timing: computational work is effectively done except the one queued re-test; the remaining risk is theory time, which the paper does not depend on (conjectures carry no load — everything in the report is proved or labelled).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and Structural Methods for the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Sequencing and Tool Switching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474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results: a worst-case theory of the standard heuristic,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the benchmark campaign revealed about exact methods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Shankar Narayanan   ·   advisors: Dr. R. Colares, Prof. A. Wagler   ·   supervisor: Dr. R. Chicoisne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in one picture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machine, a small tool magazine, and an order to choose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machine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9601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2103120"/>
            <a:ext cx="9601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2286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103120"/>
            <a:ext cx="9601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286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103120"/>
            <a:ext cx="96012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2860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magazine: capacity b (here 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j needs a tool set Tⱼ.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swap = remove one, insert one. Choose the job ORDER and the loading policy to minimise total insertions.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FIXED order, optimal loading is easy — the KTNS rule (keep tools needed soonest), 1988.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order. The joint problem is NP-hard.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14630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practice does: group, then sequence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22860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jobs so each group’s tools fit the magazine (JGP) — fewest groups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32004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49440" y="3154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groups like a small travelling-salesman tour (GSP)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411480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49440" y="40690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KTNS on the flattened order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5074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industry (colour printing = this exact problem). Reported to work well — but nobody had analysed how badly it CAN fail.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questions, one number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project hangs on the coverage bound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— the heuristic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can group-then-sequence be from the true optimum? When is it exact?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— exact methods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SSP be solved exactly through tool configurations (column generation, Benders), the way JGP can?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111099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434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|U| − b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297680" y="425196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tools beyond the magazine = a lower bound every schedule must pay.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LP value of every natural configuration relaxation (proved) — and, on many instances, the exact optimum.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 tight: the heuristic tends to be exact AND exact methods finish at the root.  Where it is loose: both struggle.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counterexample: the 6-ring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jobs on a cycle, b = 3 — the heuristic provably loses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34640" y="2331720"/>
            <a:ext cx="1385814" cy="800100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0454" y="3131820"/>
            <a:ext cx="9144" cy="1600200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2834640" y="4732020"/>
            <a:ext cx="1385814" cy="800100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1448826" y="4732020"/>
            <a:ext cx="1385814" cy="800100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1448826" y="3131820"/>
            <a:ext cx="0" cy="1600200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48826" y="2331720"/>
            <a:ext cx="1385814" cy="800100"/>
          </a:xfrm>
          <a:prstGeom prst="line">
            <a:avLst/>
          </a:prstGeom>
          <a:noFill/>
          <a:ln w="25400">
            <a:solidFill>
              <a:srgbClr val="6B7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2029968"/>
            <a:ext cx="603504" cy="60350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18702" y="2830068"/>
            <a:ext cx="603504" cy="60350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8702" y="28300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18702" y="4430268"/>
            <a:ext cx="603504" cy="60350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8702" y="44302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32888" y="5230368"/>
            <a:ext cx="603504" cy="60350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5230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7074" y="4430268"/>
            <a:ext cx="603504" cy="60350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7074" y="44302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7074" y="2830068"/>
            <a:ext cx="603504" cy="60350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7074" y="28300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= edges of a 6-cycle: Tⱼ = {j, j+1};  adjacent jobs share one tool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52160" y="155448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F4F7FC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783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possible (optimal): </a:t>
            </a:r>
            <a:pPr indent="0" marL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switches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uses FOUR groups, each transition changes one tool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2651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(3 groups, best order): </a:t>
            </a:r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switches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3840480"/>
            <a:ext cx="576072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40690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= 1,   ratio = 4/3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26480" y="4663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is the GROUPING phase: insisting on the fewest groups (K* = 3) hides the cheaper 4-group route. Replicating the ring g times makes the gap g — unbounded.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 about the heuristic (I)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has an exact meaning — and exact off-switches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109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Exactness theorem.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optimum = cheapest walk over ALL groupings. So the heuristic’s gap is precisely the price of demanding the MINIMUM number of groups.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K* ≤ 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gap, any 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0420" y="3246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336042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|U| ≤ b+1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6042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gap, any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3246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Z* ≤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17220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gap, any 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83980" y="32461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8983980" y="34290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cost ρ &gt; gap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983980" y="3977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exact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collapse: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per-changeover setup cost ρ (real machining: ρ ≈ 3–60), the heuristic becomes EXACTLY optimal — a rigorous licence for what practitioners already do.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 about the heuristic (II)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coarse guarantee to tight quantitative laws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K* = 3, the heuristic cost in closed form: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q + min |(Cₐ ∩ Cᶜ) \ Cᵇ|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 = |U| − b; minimum over 3-groupings and orderings — the middle configuration “shields” the overlap)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≤ max(0, min(q, ⌊(2b−q)/3⌋) − R)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at EVERY known extremal instance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4F7F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K*: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0" y="2240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H/Z* ≤ min(b, K*−1, |U|−b)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75120" y="28803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≤ ⌊q·(b(K*−1)−q)/(b+q)⌋ − 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751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probabilistic argument: order the groups at random, count how often each tool re-enters — Jensen does the rest)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44805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 ratio at b = 3:  </a:t>
            </a:r>
            <a:pPr indent="0" marL="0">
              <a:buNone/>
            </a:pPr>
            <a:r>
              <a:rPr lang="en-US" sz="135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for K* ≤ 3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(open only at K* ≥ 4; largest ratio seen there: 5/4)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refuted our own conjecture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law “gap ≤ K* − 2” is FALSE — with a certificate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675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Counterexample (b = 5, nine tools, K* = 3):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({0,1,2,4,7}, {0,4,5}, {1,5}, {2,6,8}, {3,4,5,8})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4,  heuristic 6:  gap = 2 &gt; 1 = K*−2,  ratio 3/2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exhaustively by two independent implementations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test (≈1,400 instances) used b ≤ 4 — exactly the region where our theorems make the law TRUE. The counterexample sits ON the boundary of the proved regimes and attains our bound with equality.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18288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2A3A7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good outcome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0" y="246888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proved regime theorems told the search WHERE to look.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quantitative laws survive and are tight at the witness — they, not K*−2, are the candidates for the exact worst case.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open question: is  min(q, ⌊(2b−q)/3⌋) − R  the exact worst case at K* = 3?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settled: the ring pattern “positive gap ⇒ K*=3” fails beyond edge instances; ratio 3/2 occurs already at K*=3.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structure decides these questions?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clean answers — one negative, one positive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NOT combinatorial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instances with IDENTICAL conflict structure (same circuit clutter, same K*, same optimum) have different gaps (0 vs 1).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no criterion reading only job-compatibility can decide when the heuristic is exact — tool-level overlaps are essential (and our K*=3 formula reads exactly those).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JGP tightness: exactly the right clutter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duality (the “dual”):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of a job ↔ minimal group-covers. On the k-ring the covering LP equals k/2 while K* = ⌈k/2⌉:
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3291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 for even k  —  gap ½ for every odd 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38404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circular structure is the first obstruction family for the set-covering relaxation behind JGP branch-and-price — the exact parallel of odd holes in perfection theory. (Verified k = 5…9; two-line dual proof.)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benchmark campaign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exact method, one canonical metric, honest protocol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Benders configs (our BBC, full ablation)  +  LSS ’04  +  Catanzaro F4 ’15  +  SSPMF ’24  +  our branch-and-price (PCF′, PTF)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1,421 standard files (Catanzaro, Crama, Laporte) — n up to 40, tools up to 60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3600 s / 600 s limits · pinned threads · early-stop after 8 straight failures · every solver’s answer re-scored by one KTNS metric (obj_ktns)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4348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806 instances solved by someone; ZERO disagreements between any two methods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who solves what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solved to proven optimality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691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SSPMF strongest on primary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2024 SOTA claim replicates in our hands.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0" y="31089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F4F7FC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3246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2004 formulation, modern solver: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2015 and dominates the secondary suite.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0" y="4663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001000" y="4800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Everyone’s wall: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15 with 30+ tools; nobody solves n ≥ 30.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diagnosis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Benders stalls — and the number that rules everything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006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frozen proof: optimum found in seconds, dual bound stuck at the trivial root value for the full hour (250k nodes, 75k cuts). Fractional cuts: structurally inactive — zero violated cuts exist.</a:t>
            </a:r>
            <a:endParaRPr lang="en-US" sz="12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675120" y="155448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675120" y="4754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47.9% </a:t>
            </a:r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solved benchmark instances have optimum = |U|−b. The suite splits in half — the easy half is where all methods (and the heuristic) win; the hard half is where new mathematics is needed.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fixed by dependency — and what we ask of you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0992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7099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Master-LP fix for Benders (coverage row) — the fair re-test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424160" y="170992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2549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2825496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worst-case law at K*=3: is our bound the truth? Directed search + proof attempts on the boundary regimes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424160" y="282549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4106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Prof. Wagler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3941064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PTF polytope: facets on the known witnesses (PORTA), odd-ring idealness question for JGP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424160" y="394106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polyhedral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5663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505663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paper: the worst-case theory + the bound-limited diagnosis (empirical half already in the report)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424160" y="505663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this meeting:  (1) is the theory-led single-paper packaging right?  (2) which side of the blocking pair did Prof. Wagler intend — clusters/covers or circuits/groups?  (3) priority between the Benders re-test and the polytope study?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1151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SSP mid-term —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2026-07-15T21:42:47Z</dcterms:created>
  <dcterms:modified xsi:type="dcterms:W3CDTF">2026-07-15T21:42:47Z</dcterms:modified>
</cp:coreProperties>
</file>